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1633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5D260-DCF4-A05C-24C4-CEA3A3DB2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38E0B5-4BB1-7751-A78C-8106CF09E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098FA-9300-DBEC-2F71-6FC23CD9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77FC5-DB86-7919-4FC2-7379E4E084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5707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University Engagement | Project Submission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30531" y="640080"/>
            <a:ext cx="112772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Title:</a:t>
            </a:r>
            <a:r>
              <a:rPr lang="en-GB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Intelligent Classification of Rural Infrastructure Projects </a:t>
            </a:r>
            <a:endParaRPr lang="en-US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12848"/>
            <a:ext cx="3840480" cy="64008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331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IBM watsonx.ai AutoAI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Rural Infrastructure &amp; Government Digital Governance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11292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3291840"/>
            <a:ext cx="164592" cy="3246120"/>
          </a:xfrm>
          <a:prstGeom prst="rect">
            <a:avLst/>
          </a:prstGeom>
          <a:solidFill>
            <a:srgbClr val="0B6E4F"/>
          </a:solidFill>
          <a:ln/>
        </p:spPr>
      </p:sp>
      <p:pic>
        <p:nvPicPr>
          <p:cNvPr id="11" name="Image 0" descr="1782840341396_imag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3520440"/>
            <a:ext cx="1188720" cy="1463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Name: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212080" y="3520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Ahad Gour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286000" y="41605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(WhatsApp):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212080" y="4160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9588435658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2286000" y="48006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ID: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5212080" y="48006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ahadgour0211@gmail.com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286000" y="5440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Institute: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212080" y="54406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Academy of Engineering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07B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Classification of Rural Infrastructure Projects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0671" y="1904104"/>
            <a:ext cx="136264" cy="143973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7" name="Text 5"/>
          <p:cNvSpPr/>
          <p:nvPr/>
        </p:nvSpPr>
        <p:spPr>
          <a:xfrm>
            <a:off x="485349" y="1671021"/>
            <a:ext cx="10823322" cy="3148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dirty="0"/>
              <a:t>The Pradhan Mantri Gram Sadak Yojana (PMGSY) is a flagship rural development program in India, initiated to provide all-weather road connectivity to eligible unconnected habitations. Over the years, the program has evolved through different phases or schemes (PMGSY-I, PMGSY-II, RCPLWEA, etc.), each with potentially distinct objectives, funding mechanisms, and project specifications. </a:t>
            </a:r>
          </a:p>
          <a:p>
            <a:r>
              <a:rPr lang="en-GB" dirty="0"/>
              <a:t>For government bodies, infrastructure planners, and policy analysts, efficiently categorizing thousands of ongoing and completed projects is crucial for effective monitoring, transparent budget allocation, and assessing the long-term impact of these schemes. Manual classification is time-consuming, prone to errors, and scales poorly. </a:t>
            </a:r>
          </a:p>
          <a:p>
            <a:r>
              <a:rPr lang="en-GB" dirty="0"/>
              <a:t>Your specific task is to design, build, and evaluate a machine learning model that can automatically classify a road or bridge construction project into its correct PMGSY_SCHEME based on its physical and financial characteristics.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watsonx.ai Studio – AutoAI powered classification pipeline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11460175" cy="1143000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361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– Data Collection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749040" y="1536192"/>
            <a:ext cx="7985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PMGSY sanction records (state, district, road works sanctioned, length, bridges) are compiled and uploaded to IBM watsonx.ai as training data.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57600" y="1600200"/>
            <a:ext cx="36576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2724912"/>
            <a:ext cx="1146017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79806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– AutoAI Pipeline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49040" y="2798064"/>
            <a:ext cx="7985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AutoAI automatically performs data preprocessing, feature engineering, algorithm selection and hyperparameter optimization no manual coding needed.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657600" y="2862072"/>
            <a:ext cx="36576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" y="3986784"/>
            <a:ext cx="11460175" cy="1143000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05993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– Model Selection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749040" y="4059936"/>
            <a:ext cx="7985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pipelines (Random Forest, XGBoost) are ranked by cross-validated accuracy. Best pipeline: Batched Tree Ensemble Classifier (XGB) - Pipeline 10.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657600" y="4123944"/>
            <a:ext cx="36576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5248656"/>
            <a:ext cx="1146017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3218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– Scheme Prediction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749040" y="5321808"/>
            <a:ext cx="7985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model classifies each new sanction record into the correct PMGSY scheme (PMGSY-I / PMGSY-II / RCPLWEA) via a live REST API endpoint.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657600" y="5385816"/>
            <a:ext cx="36576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22" name="Text 20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Used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60175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05840"/>
            <a:ext cx="109728" cy="117043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60704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Cloud / Cloud Pak for Data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206240" y="1060704"/>
            <a:ext cx="7528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infrastructure to build, train, deploy and scale the PMGSY classifier secure, reliable and managed environment with one-click online deployment.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114800" y="1170432"/>
            <a:ext cx="36576" cy="82296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2331720"/>
            <a:ext cx="11460175" cy="1170432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2331720"/>
            <a:ext cx="109728" cy="117043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386584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Algorithm / Model Used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206240" y="2386584"/>
            <a:ext cx="7528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 Classifier → enhanced to Batched Tree Ensemble Classifier by AutoAI (gradient-boosted decision trees with ensemble batching specialization INCR).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114800" y="2496312"/>
            <a:ext cx="36576" cy="82296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3657600"/>
            <a:ext cx="11460175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657600"/>
            <a:ext cx="109728" cy="117043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712464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Obtained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206240" y="3712464"/>
            <a:ext cx="7528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92.4% cross-validation accuracy (best pipeline: Pipeline 10). Pipeline 9 &amp; 8 also achieved 92.4% without batching.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114800" y="3822192"/>
            <a:ext cx="36576" cy="82296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20" name="Shape 18"/>
          <p:cNvSpPr/>
          <p:nvPr/>
        </p:nvSpPr>
        <p:spPr>
          <a:xfrm>
            <a:off x="365760" y="4983480"/>
            <a:ext cx="11460175" cy="1170432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4983480"/>
            <a:ext cx="109728" cy="117043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5038344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Enhancements &amp; Hyperparameter Tuning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206240" y="5038344"/>
            <a:ext cx="7528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HPO-1 → Feature Engineering (FE) → HPO-2 → BATCH ensemble applied progressively across 10 generated pipelines within 7 minutes total.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114800" y="5148072"/>
            <a:ext cx="36576" cy="82296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25" name="Text 23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Screenshot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AutoAI Progress Map : Snap Random Forest &amp; XGB Classifier pipelines trained on PMGSY_SCHEME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610386" y="1408176"/>
            <a:ext cx="8970924" cy="4407408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</p:sp>
      <p:pic>
        <p:nvPicPr>
          <p:cNvPr id="7" name="Image 0" descr="178284035616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250" y="1463040"/>
            <a:ext cx="8861196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5852160"/>
            <a:ext cx="11460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Cloud Pak for Data: PMGSY 1 experiment: 10 pipelines generated in 7 minutes.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Model Screenshot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Leaderboard : Pipeline 10: Batched Tree Ensemble (XGB) ranked #1 with 92.4% accuracy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58397" y="1408176"/>
            <a:ext cx="9074901" cy="4407408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</p:sp>
      <p:pic>
        <p:nvPicPr>
          <p:cNvPr id="7" name="Image 0" descr="1782840348980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261" y="1463040"/>
            <a:ext cx="8965173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5852160"/>
            <a:ext cx="11460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Enhancements: HPO-1 → Feature Engineering → HPO-2 → BATCH. Build time: 00:02:11.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Screenshot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Model (Online) : Sample input data entered for prediction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75862" y="1408176"/>
            <a:ext cx="9039972" cy="4407408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</p:sp>
      <p:pic>
        <p:nvPicPr>
          <p:cNvPr id="7" name="Image 0" descr="178284036939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726" y="1463040"/>
            <a:ext cx="8930244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5852160"/>
            <a:ext cx="11460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State=Maharashtra, District=Solapur, 14 road works, 125 km length, 3 bridges sanctioned.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Screenshot :- Prediction Result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Multiclass Classification result returned by deployed PMGSY Classifier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23055" y="1408176"/>
            <a:ext cx="9145586" cy="4407408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</p:sp>
      <p:pic>
        <p:nvPicPr>
          <p:cNvPr id="7" name="Image 0" descr="178284036273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919" y="1463040"/>
            <a:ext cx="9035858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5852160"/>
            <a:ext cx="11460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scheme: PMGSY-II | Confidence: 100%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and Uniqueness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5623560" cy="162763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4632" y="1170432"/>
            <a:ext cx="502920" cy="502920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4712" y="109728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Automates PMGSY scheme identification end-to-end, removing slow and error-prone manual classification of sanction records.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17920" y="1005840"/>
            <a:ext cx="56235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82512" y="1170432"/>
            <a:ext cx="502920" cy="502920"/>
          </a:xfrm>
          <a:prstGeom prst="ellipse">
            <a:avLst/>
          </a:prstGeom>
          <a:solidFill>
            <a:srgbClr val="E07B39"/>
          </a:solidFill>
          <a:ln/>
        </p:spPr>
      </p:sp>
      <p:sp>
        <p:nvSpPr>
          <p:cNvPr id="11" name="Text 9"/>
          <p:cNvSpPr/>
          <p:nvPr/>
        </p:nvSpPr>
        <p:spPr>
          <a:xfrm>
            <a:off x="6382512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22592" y="109728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IBM watsonx.ai AutoAI to auto-discover, tune and batch the best ML model minimal hand-written code required.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20040" y="2788920"/>
            <a:ext cx="5623560" cy="162763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4632" y="2953512"/>
            <a:ext cx="502920" cy="502920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" y="2953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24712" y="288036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platform classifies road sanction works across all PMGSY phases (PMGSY-I, PMGSY-II, RCPLWEA) simultaneously.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17920" y="2788920"/>
            <a:ext cx="56235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82512" y="2953512"/>
            <a:ext cx="502920" cy="502920"/>
          </a:xfrm>
          <a:prstGeom prst="ellipse">
            <a:avLst/>
          </a:prstGeom>
          <a:solidFill>
            <a:srgbClr val="E07B39"/>
          </a:solidFill>
          <a:ln/>
        </p:spPr>
      </p:sp>
      <p:sp>
        <p:nvSpPr>
          <p:cNvPr id="19" name="Text 17"/>
          <p:cNvSpPr/>
          <p:nvPr/>
        </p:nvSpPr>
        <p:spPr>
          <a:xfrm>
            <a:off x="6382512" y="2953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22592" y="288036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feature engineering surfaces hidden patterns across state, district, road length and bridge-sanction data.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20040" y="4572000"/>
            <a:ext cx="5623560" cy="162763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" y="4736592"/>
            <a:ext cx="502920" cy="502920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" y="4736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24712" y="466344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Ensemble batching (BATCH) on top of dual hyperparameter runs pushes accuracy to 92.4% consistent, unbiased results.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217920" y="4572000"/>
            <a:ext cx="56235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82512" y="4736592"/>
            <a:ext cx="502920" cy="502920"/>
          </a:xfrm>
          <a:prstGeom prst="ellipse">
            <a:avLst/>
          </a:prstGeom>
          <a:solidFill>
            <a:srgbClr val="E07B39"/>
          </a:solidFill>
          <a:ln/>
        </p:spPr>
      </p:sp>
      <p:sp>
        <p:nvSpPr>
          <p:cNvPr id="27" name="Text 25"/>
          <p:cNvSpPr/>
          <p:nvPr/>
        </p:nvSpPr>
        <p:spPr>
          <a:xfrm>
            <a:off x="6382512" y="4736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022592" y="466344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deployment allows direct integration into any government portal for real-time scheme prediction.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GitHub repository created with README enabled.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1277295" cy="594360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110029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URL:  https://github.com/ahadgour/pmgsy-scheme-classification-ibm-autoai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2267712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uploaded to the repository: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1127729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34640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Data.csv — PMGSY sanction dataset used for model training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11277295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703320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ProblemStatement.pdf — Formal problem statement document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57200" y="4526280"/>
            <a:ext cx="1127729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0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PMGSY_Project_Presentation.pptx — This project presentation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57200" y="5394960"/>
            <a:ext cx="11277295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440680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PMGSY_AutoAI_Notebook.ipynb — Python notebook exported from IBM Cloud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987552"/>
            <a:ext cx="11551615" cy="80467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87552"/>
            <a:ext cx="502920" cy="80467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875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10332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with official PMGSY / Ministry of Rural Development portals to automate end-to-end sanction verification and scheme tagging.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20040" y="1901952"/>
            <a:ext cx="11551615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901952"/>
            <a:ext cx="502920" cy="80467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9019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19476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the model to cover additional rural infrastructure schemes enabling a unified AI-based public-works recommendation platform.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20040" y="2816352"/>
            <a:ext cx="11551615" cy="80467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816352"/>
            <a:ext cx="502920" cy="80467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28163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60120" y="28620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real-time data feeds from state PWDs and treasury systems to improve fund-tracking accuracy and detect anomalies or fraud.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20040" y="3730752"/>
            <a:ext cx="11551615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30752"/>
            <a:ext cx="502920" cy="80467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307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37764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advanced IBM watsonx.ai foundation models to continuously retrain and improve prediction accuracy as new sanction data arrives.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20040" y="4645152"/>
            <a:ext cx="11551615" cy="80467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4645152"/>
            <a:ext cx="502920" cy="80467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46451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60120" y="46908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the solution nationwide across all states/UTs for faster, transparent and data-driven rural connectivity planning.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320040" y="5559552"/>
            <a:ext cx="11551615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5559552"/>
            <a:ext cx="502920" cy="80467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55595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60120" y="56052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GIS/geospatial dashboard layer to visualize sanctioned vs completed road works mapped against scheme predictions.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Certificates Earned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</a:t>
            </a:r>
            <a:r>
              <a:rPr lang="en-US" sz="2000" i="1" dirty="0" err="1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SkillsBuild</a:t>
            </a: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Lab: Getting Started With Artificial Intelligence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206923" y="1389888"/>
            <a:ext cx="7777849" cy="4718304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</p:spPr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77035" y="1463040"/>
            <a:ext cx="76200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16AE0-755C-BC5E-8B44-64D1268C1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62975CD-F748-D4EA-868A-A2BAA88B5365}"/>
              </a:ext>
            </a:extLst>
          </p:cNvPr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9FADD89-55AD-D7EB-A154-BD952C94A5D4}"/>
              </a:ext>
            </a:extLst>
          </p:cNvPr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9BBCD55-8E57-DFA1-D28C-B57CEC80AE27}"/>
              </a:ext>
            </a:extLst>
          </p:cNvPr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Certificates Earned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1820DE1-1D4F-7F30-12D6-0EB4122CC105}"/>
              </a:ext>
            </a:extLst>
          </p:cNvPr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</a:t>
            </a:r>
            <a:r>
              <a:rPr lang="en-US" sz="2000" i="1" dirty="0" err="1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SkillsBuild</a:t>
            </a: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Lab: Troubleshoot Your Code Using IBM Bob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5EBB35A-A36D-7C17-75AD-B9F3DF7AA89F}"/>
              </a:ext>
            </a:extLst>
          </p:cNvPr>
          <p:cNvSpPr/>
          <p:nvPr/>
        </p:nvSpPr>
        <p:spPr>
          <a:xfrm>
            <a:off x="2206923" y="1389888"/>
            <a:ext cx="7777849" cy="4718304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</p:spPr>
      </p:sp>
      <p:pic>
        <p:nvPicPr>
          <p:cNvPr id="7" name="Image 0" descr="1782840377442_image.png">
            <a:extLst>
              <a:ext uri="{FF2B5EF4-FFF2-40B4-BE49-F238E27FC236}">
                <a16:creationId xmlns:a16="http://schemas.microsoft.com/office/drawing/2014/main" id="{F4DBB69C-1566-827A-EABF-FD0ED2B1E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075" y="1463040"/>
            <a:ext cx="7631545" cy="4572000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8BB06CEC-4E19-9478-5C20-06F0A8418031}"/>
              </a:ext>
            </a:extLst>
          </p:cNvPr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6045078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6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4630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0" y="288036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D6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Classification of PMGSY Road Scheme Eligibility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0" y="3520440"/>
            <a:ext cx="5760720" cy="36576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37033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Ahad Gour   |   9588435658   |   ahadgour0211@gmail.com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20624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8E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Academy of Engineering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985</Words>
  <Application>Microsoft Office PowerPoint</Application>
  <PresentationFormat>Widescreen</PresentationFormat>
  <Paragraphs>116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Ahad Gour</dc:creator>
  <cp:lastModifiedBy>AHAD GOUR</cp:lastModifiedBy>
  <cp:revision>10</cp:revision>
  <dcterms:created xsi:type="dcterms:W3CDTF">2026-07-01T04:04:08Z</dcterms:created>
  <dcterms:modified xsi:type="dcterms:W3CDTF">2026-07-01T05:25:19Z</dcterms:modified>
</cp:coreProperties>
</file>